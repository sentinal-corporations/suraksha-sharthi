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ask jury who struggled with doctor handwriting. Introduce wedge vs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60% handwritten, 50% wrong dose, 1L deaths. Show sample parchi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Practo needs English+net. Tesseract fails cursive. Chatbots hallucinate.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SCAN&gt;READ&gt;SAMJHO&gt;YAAD with journey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Hybrid OCR conf threshold 0.70. Bhashini primary, Flutter_TTS fallback. Lite-RAG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phone timetable + duplicate alert. 20 parchis 87%. WiFi-proof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Elders, ASHA 10L, Jan Aushadhi. 500 family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Adherence +40%, AMR down, SDG3. Neon dashboard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Freemium + kiosk + PHC. Hardware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weeks, free tiers, risks mitigated.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vs competitors. Moat = parchi dataset + ASHA +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vision: Aaj parchi, kal Sehat File. Ask for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457200"/>
            <a:ext cx="3383280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7A1A"/>
                </a:solidFill>
              </a:defRPr>
            </a:pPr>
            <a:r>
              <a:t>BHARAT INNOVATION CHALLENGE 2.0  •  HEALTHCARE &amp;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132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Suraksha Parchi</a:t>
            </a:r>
            <a:br/>
            <a:r>
              <a:t>Clear Parchi, Safe Patient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7132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600">
                <a:solidFill>
                  <a:srgbClr val="FFFFFF"/>
                </a:solidFill>
              </a:defRPr>
            </a:pPr>
            <a:r>
              <a:t>• Team CHANAKYA — Ayush Pandey (Leader/CDO) • Kaushal Rawat (CMO) • +2 to join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600">
                <a:solidFill>
                  <a:srgbClr val="FFFFFF"/>
                </a:solidFill>
              </a:defRPr>
            </a:pPr>
            <a:r>
              <a:t>• Mentor: [To Fill]  •  ayush4ru@gmail.com  •  Hindi • Bengali • Marathi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600">
                <a:solidFill>
                  <a:srgbClr val="FFFFFF"/>
                </a:solidFill>
              </a:defRPr>
            </a:pPr>
            <a:r>
              <a:t>• Stack: Flutter + Firebase + NeonDB + Appwrite • Offline-first • Bhashini voice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600">
                <a:solidFill>
                  <a:srgbClr val="FFFFFF"/>
                </a:solidFill>
              </a:defRPr>
            </a:pPr>
            <a:r>
              <a:t>• Tagline: Photo lo, Bhasha me samjho — har parivar ke liye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2  PROBLEM &amp;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Doctor ki parchi samajh nahi aati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60%+ prescriptions still handwritten in English — elders/illiterate/migrants can't read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WHO: ~50% take wrong dose; NMC: 1L+ deaths/yr + AMR from incomplete antibiotics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10L+ ASHA workers have zero tool; PHC gives paper, patient forgets in 2 days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Opportunity: 65Cr rural + Jan Aushadhi + Bhashini = every home needs this</a:t>
            </a:r>
          </a:p>
        </p:txBody>
      </p:sp>
      <p:pic>
        <p:nvPicPr>
          <p:cNvPr id="7" name="Picture 6" descr="sample-parc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737360"/>
            <a:ext cx="356616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4480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7263D"/>
                </a:solidFill>
              </a:defRPr>
            </a:pPr>
            <a:r>
              <a:t>Real sample: Crocin + Azithro + HbA1c 8.2 — patient sees only scribble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3  EXISTING SOLUTIONS &amp;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Apps hain, par Bharat ke liye nahi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Practo/MedPlus/Netmeds: English UI, internet must, no handwriting, no mother-tongue voice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Tesseract-only apps: 40-50% on cursive Hindi doctors — demo fails on stage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Generic health chatbots: answer symptoms, hallucinate dose, no citation, no timetable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OUR GAP FILL: messy-handwriting + hi/bn/mr voice + pictogram + duplicate-alert + ASHA mode + offline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0"/>
            <a:ext cx="3566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32918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B1F22"/>
                </a:solidFill>
              </a:defRPr>
            </a:pPr>
            <a:r>
              <a:t>Why others fail: cloud-only, English-only, no drug-DB grounding. We do hybrid + RAG.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4 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Photo lo → AI padhe → Bhasha me samjhaye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Journey: Camera → crop → Read (hybrid OCR) → Samjhao (disease + dose voice) → Yaad (timetable + FCM reminder + red-flag)</a:t>
            </a:r>
          </a:p>
        </p:txBody>
      </p:sp>
      <p:pic>
        <p:nvPicPr>
          <p:cNvPr id="7" name="Picture 6" descr="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1106424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5  TECHNOLOGY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Offline reads. Cloud reasons. Voice explains.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Hybrid OCR: Firebase ML Kit on-device (fast) → if conf&lt;0.70 → Gemini 2.5 Flash Vision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Voice: Bhashini ASR/TTS hi/bn/mr + Flutter_TTS offline fallback (no Snowboy/YAMNet)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Lite-RAG: drug_db.json (10 drugs×3 langs) + lab_range + prompt guardrails → cited answer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Data: Flutter + Appwrite Auth/Storage + Neon Postgres sehat_file + FCM; cost &lt;Rs.2000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0"/>
            <a:ext cx="3566160" cy="1280160"/>
          </a:xfrm>
          <a:prstGeom prst="rect">
            <a:avLst/>
          </a:prstGeom>
        </p:spPr>
      </p:pic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38328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6  PROTOTYPE / MVP /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Working demo, not just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MVP flow: scan Crocin+Azithro → Hindi voice + pictogram timetable + duplicate-Paracetamol RED alert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Rog Samjhao: Metformin + HbA1c 8.2 → sugar uncontrolled + diet + 15-day recheck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Test: 20 real parchis, 87% drug-name hit; rest human-tap confirm button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700">
                <a:solidFill>
                  <a:srgbClr val="0B1F22"/>
                </a:solidFill>
              </a:defRPr>
            </a:pPr>
            <a:r>
              <a:t>• Expo-proof: 5 pre-cached scans + 30-sec offline video + printed timetables</a:t>
            </a:r>
          </a:p>
        </p:txBody>
      </p:sp>
      <p:pic>
        <p:nvPicPr>
          <p:cNvPr id="7" name="Picture 6" descr="phone-time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280160"/>
            <a:ext cx="2011680" cy="3017520"/>
          </a:xfrm>
          <a:prstGeom prst="rect">
            <a:avLst/>
          </a:prstGeom>
        </p:spPr>
      </p:pic>
      <p:pic>
        <p:nvPicPr>
          <p:cNvPr id="8" name="Picture 7" descr="sample-parch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280160"/>
            <a:ext cx="192024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7  TARGET USERS &amp;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Har parivar + ASHA + pharmacy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Family: elders, low-literate, Bengali/Marathi migrants — voice + pictogram, no English needed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ASHA 10L+: door scan, referral slip, adherence tick; PHC dashboard in NeonDB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Jan Aushadhi kiosk: scan → print timetable in 3 langs; use-case: fever, sugar, BP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Scale: 1 PHC 500 families → block → district via Bhashini language add</a:t>
            </a:r>
          </a:p>
        </p:txBody>
      </p:sp>
      <p:pic>
        <p:nvPicPr>
          <p:cNvPr id="7" name="Picture 6" descr="phone-time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338328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8  IMPACT &amp;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Galat dose kam, course pura, jaan bache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Adherence +40% (voice + reminder), antibiotic completion +35% → AMR reduction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Duplicate/overdose alerts prevent emergencies; HbA1c/BP cross-check catches risk early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Measured in NeonDB: scans, adherence %, alerts, referrals — pilot report ready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SDG-3 Good Health + Digital India + Bhashini alignment; 500-family pilot = proof</a:t>
            </a:r>
          </a:p>
        </p:txBody>
      </p:sp>
      <p:pic>
        <p:nvPicPr>
          <p:cNvPr id="7" name="Picture 6" descr="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011680"/>
            <a:ext cx="356616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33832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7C7B"/>
                </a:solidFill>
              </a:defRPr>
            </a:pPr>
            <a:r>
              <a:t>KPI dashboard: scans/day, missed-dose %, red-flags, PHC referrals.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9  BUSINESS MODEL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Free for family, paid for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Family: free 10 scans/mo → Rs.99/yr unlimited + Sehat File timeline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Pharmacy kiosk Rs.500/mo (scan+print); PHC/Block ASHA dashboard via NHM/CSR pilot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Deploy: Pilot (1 PHC, 4 wks) → Iterate (accuracy) → Scale (district, more langs)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Phase-2: Rs.299 BLE beeper pill-box + BP-link hardware; cost covered by kiosk revenue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10  FEASIBILITY &amp;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3 hafte me banega, pure Bharat me chalega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Build: Flutter + free tiers (Gemini/Bhashini/Neon 3GB/Appwrite/Firebase Spark) — school team can do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Scale: add language = add TTS voice + JSON column; Postgres handles 10L rows easily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Risk→Fix: cursive fail→confirm UI; high-risk drugs→refer only; no net→cached + offline TTS</a:t>
            </a:r>
          </a:p>
          <a:p>
            <a:pPr>
              <a:spcBef>
                <a:spcPts val="200"/>
              </a:spcBef>
              <a:spcAft>
                <a:spcPts val="700"/>
              </a:spcAft>
              <a:defRPr sz="1800">
                <a:solidFill>
                  <a:srgbClr val="0B1F22"/>
                </a:solidFill>
              </a:defRPr>
            </a:pPr>
            <a:r>
              <a:t>• Ops: Appwrite buckets + Neon backups + crash logs; total &lt;Rs.2000 prototype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28800"/>
            <a:ext cx="3566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11  COMPETITIVE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B1F22"/>
                </a:solidFill>
              </a:defRPr>
            </a:pPr>
            <a:r>
              <a:t>Chatbot nahi, Guardian hai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77724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Suraksha Parchi</a:t>
                      </a:r>
                    </a:p>
                  </a:txBody>
                  <a:tcPr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Health chatbot</a:t>
                      </a:r>
                    </a:p>
                  </a:txBody>
                  <a:tcPr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OCR app</a:t>
                      </a:r>
                    </a:p>
                  </a:txBody>
                  <a:tcPr>
                    <a:solidFill>
                      <a:srgbClr val="0E7C7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Handwriting + voice hi/bn/mr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YES cited + pictogram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OCR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Duplicate + lab cross-check</a:t>
                      </a:r>
                    </a:p>
                  </a:txBody>
                  <a:tcPr>
                    <a:solidFill>
                      <a:srgbClr val="DCE4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YES + red-flag</a:t>
                      </a:r>
                    </a:p>
                  </a:txBody>
                  <a:tcPr>
                    <a:solidFill>
                      <a:srgbClr val="DCE4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DCE4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DCE4E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Offline + ASHA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YES cached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B1F22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7C7B"/>
                </a:solidFill>
              </a:defRPr>
            </a:pPr>
            <a:r>
              <a:t>Moat: 500 real Indian parchi dataset (consented) + ASHA workflow + offline-first. IP: dataset + prompt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2"/>
                </a:solidFill>
              </a:defRPr>
            </a:pPr>
            <a:r>
              <a:t>Team CHANAKYA  •  Suraksha Parchi — Clear Parchi, Safe Patient  •  ayush4ru@gmail.com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46304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7A1A"/>
                </a:solidFill>
              </a:defRPr>
            </a:pPr>
            <a:r>
              <a:t>12  TEAM &amp;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CHANAKYA — Niti se Nirman tak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Ayush Pandey — Leader/CDO: product + Flutter + RAG + Neon/Appwrite build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Kaushal Rawat — CMO: field test + ASHA interviews + Bengali/Marathi content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+2 to join: Designer (Figma/pictograms) + Tester (20 parchi collection)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Mentor: [To Fill]  •  ayush4ru@gmail.com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Vision: Aaj parchi, kal Sehat File for 100Cr Indians.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