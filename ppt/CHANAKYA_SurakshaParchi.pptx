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hand-raise question. One line on who we are, then the tagline. Keep it warm, not robotic.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dadi's story first, then the numbers. Jury remembers stories, slides prove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 to competitors, then land the punch: nobody does all five things we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slowly. This is the slide the jury photographs.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Needle-2 numbers — downloaded and tested, not claimed. Offline-first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 here: scan the sample, fire the duplicate alert. If WiFi dies, play the narrated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humans: dadi, the migrant worker, the ASHA didi. Then the scale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claim ties to something the Neon dashboard will actually measure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for families forever — systems pay. Investors like that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team, real stack, honest risks with fixes. That honesty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row by row. End on the dataset moat — 500 real parchis nobody else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warm: names, the ask (a pilot health centre), thank you in three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0"/>
            <a:ext cx="338328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7A1A"/>
                </a:solidFill>
              </a:defRPr>
            </a:pPr>
            <a:r>
              <a:t>BHARAT INNOVATION CHALLENGE 2.0  •  HEALTHCARE &amp; HEALTHTECH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132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Suraksha Parchi</a:t>
            </a:r>
            <a:br/>
            <a:r>
              <a:t>Clear Parchi, Safe 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7132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Team CHANAKYA — Ayush Pandey (Leader) • Kaushal Rawat (CMO) • +2 joining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Mentor: [To Fill]  •  ayush4ru@gmail.com  •  Hindi • Bengali • Marathi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Photo lo, Bhasha me samjho — a working app, not a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2 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Nobody can read the parchi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60%+ prescriptions still handwritten in English — elders and migrants just guess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Half of all patients take the wrong dose; 1L+ deaths a year from medication errors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Half-finished antibiotics are fuelling drug resistance across India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10L+ ASHA workers carry village healthcare — with zero tools for this</a:t>
            </a:r>
          </a:p>
        </p:txBody>
      </p:sp>
      <p:pic>
        <p:nvPicPr>
          <p:cNvPr id="7" name="Picture 6" descr="sample-par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7360"/>
            <a:ext cx="35661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4348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878"/>
                </a:solidFill>
              </a:defRPr>
            </a:pPr>
            <a:r>
              <a:t>A real parchi: Crocin + Azithro + HbA1c 8.2 — to most families, just scribble.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3  EXISTING SOLUTIONS &amp;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Apps exist. Not for Bharat.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City health apps need English + internet — and ignore handwriting completely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Basic scanners read print, fail on cursive; our test: barely half the drugs right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Symptom chatbots guess doses and hallucinate — dangerous with medicines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Nobody combines: messy-handwriting read + mother-tongue voice + pictograms + duplicate alerts + ASHA offline mode</a:t>
            </a:r>
          </a:p>
        </p:txBody>
      </p:sp>
      <p:pic>
        <p:nvPicPr>
          <p:cNvPr id="7" name="Picture 6" descr="07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7360"/>
            <a:ext cx="356616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206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7878"/>
                </a:solidFill>
              </a:defRPr>
            </a:pPr>
            <a:r>
              <a:t>Our answer runs as a real phone app — full-screen on mobile, sandbox on desktop.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4 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Photo lo → samjho → yaad rakho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Scan the parchi → hybrid AI reads it → explains disease + dose by voice → timetable reminds, red flags warn</a:t>
            </a:r>
          </a:p>
        </p:txBody>
      </p:sp>
      <p:pic>
        <p:nvPicPr>
          <p:cNvPr id="7" name="Picture 6" descr="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110642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5  TECHNOLOGY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14MB of AI that lives in the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Needle-2 (45M params, 13.74MB) — downloaded, wired and tested on our medicine tools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Hybrid read: instant on-device scan, smart cloud pass only when handwriting is messy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Grounded answers: 49-medicine verified DB + 12 interaction rules — the AI can never invent a dose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Voice in Hindi, Bengali, Marathi (Bhashini + offline fallback); works with zero internet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83080"/>
            <a:ext cx="3566160" cy="123444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200400"/>
            <a:ext cx="35661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6  PROTOTYPE /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Working app — try to break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Real flow: sample parchi → 87% read → Hindi voice + pictogram timetable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Crowd moment: add Dolo beside Crocin — RED duplicate-overdose alert fires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Suvidha tab: Jan Aushadhi prices, Ayushman packages, one-tap helplines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0B1F22"/>
                </a:solidFill>
              </a:defRPr>
            </a:pPr>
            <a:r>
              <a:t>• Backup: 5-minute narrated Hinglish demo video (demo_video_app.mp4)</a:t>
            </a:r>
          </a:p>
        </p:txBody>
      </p:sp>
      <p:pic>
        <p:nvPicPr>
          <p:cNvPr id="7" name="Picture 6" descr="03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54480"/>
            <a:ext cx="2011680" cy="3566160"/>
          </a:xfrm>
          <a:prstGeom prst="rect">
            <a:avLst/>
          </a:prstGeom>
        </p:spPr>
      </p:pic>
      <p:pic>
        <p:nvPicPr>
          <p:cNvPr id="8" name="Picture 7" descr="03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554480"/>
            <a:ext cx="20116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7  TARGET USERS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Built for dadi. Ready for 100Cr.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Elders and low-literate families — voice + pictures, zero English needed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Migrants — Bengali and Marathi out of the box, more languages plug 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10L+ ASHA workers — doorstep scans, referral slips, adherence ticks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Jan Aushadhi counters — scan once, print the timetable in 3 languages</a:t>
            </a:r>
          </a:p>
        </p:txBody>
      </p:sp>
      <p:pic>
        <p:nvPicPr>
          <p:cNvPr id="7" name="Picture 6" descr="05_suvid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554480"/>
            <a:ext cx="3108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8  IMPACT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Fewer wrong doses, finished 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Adherence +40% via voice + reminders — measured per family in the pilot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Antibiotic course completion +35% — a direct hit on AMR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Duplicate and overdose alerts catch emergencies before they happen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Sugar/BP cross-checks catch uncontrolled cases weeks earlier — SDG-3</a:t>
            </a:r>
          </a:p>
        </p:txBody>
      </p:sp>
      <p:pic>
        <p:nvPicPr>
          <p:cNvPr id="7" name="Picture 6" descr="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20240"/>
            <a:ext cx="356616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32918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E7C7B"/>
                </a:solidFill>
              </a:defRPr>
            </a:pPr>
            <a:r>
              <a:t>Pilot: 500 families via 1 health centre. KPIs: scans, adherence %, alerts, referrals.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9  BUSINESS MODEL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Free for families. Paid by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Families: free 10 scans a month, Rs 99 a year for unlimited + Sehat File history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Pharmacy kiosks at Rs 500 a month — scan, explain, print the timetable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Health centres and blocks via NHM/CSR pilots — ASHA dashboards included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Phase 2: Rs 299 beeper pill-box + BP-link hardware, funded by kiosk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10  FEASIBILITY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Built in weeks. Scales to Bharat.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App + verified DBs + tested AI engine — a school team built this in weeks, under Rs 2,000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New language = one voice + one data column; Postgres scales to lakhs of families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Messy writing fails → human confirm button; risky drugs → referral only, never a guess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>
                <a:solidFill>
                  <a:srgbClr val="0B1F22"/>
                </a:solidFill>
              </a:defRPr>
            </a:pPr>
            <a:r>
              <a:t>• No internet → cached scans + offline voice; the expo-hall failure mode is designed out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83080"/>
            <a:ext cx="35661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</a:defRPr>
            </a:pPr>
            <a:r>
              <a:t>11 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F22"/>
                </a:solidFill>
              </a:defRPr>
            </a:pPr>
            <a:r>
              <a:t>A guardian, not another chatbot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543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Suraksha Parchi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Health chatbot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Scanner app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Handwriting + mother-tongue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YES, cited + pictograms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Duplicate + lab cross-check</a:t>
                      </a:r>
                    </a:p>
                  </a:txBody>
                  <a:tcPr>
                    <a:solidFill>
                      <a:srgbClr val="DCE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YES, with red flags</a:t>
                      </a:r>
                    </a:p>
                  </a:txBody>
                  <a:tcPr>
                    <a:solidFill>
                      <a:srgbClr val="DCE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CE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CE4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Offline + ASHA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YES, cached + referral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1F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E7C7B"/>
                </a:solidFill>
              </a:defRPr>
            </a:pPr>
            <a:r>
              <a:t>Moat: 500 real Indian parchi scans (consented) + ASHA workflow + offline-first. Dataset + guardrailed prompts = 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7878"/>
                </a:solidFill>
              </a:defRPr>
            </a:pPr>
            <a:r>
              <a:t>Team CHANAKYA  •  Suraksha Parchi — Clear Parchi, Safe Patient  •  ayush4ru@gmail.com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7A1A"/>
                </a:solidFill>
              </a:defRPr>
            </a:pPr>
            <a:r>
              <a:t>12  TEAM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CHANAKYA — Niti se Nirman tak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Ayush Pandey — Leader: product, app + AI engine, database design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Kaushal Rawat — CMO: field testing, ASHA interviews, Bengali/Marathi content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+2 teammates joining: designer + tester  •  Mentor: [To Fill]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Ask: one health centre, 500 families, 4 weeks — then scale with you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ayush4ru@gmail.com  •  github.com/Sentinal-Corporations/suraksha-sharthi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